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685"/>
    <p:restoredTop sz="87217"/>
  </p:normalViewPr>
  <p:slideViewPr>
    <p:cSldViewPr snapToGrid="0" snapToObjects="1">
      <p:cViewPr varScale="1">
        <p:scale>
          <a:sx n="55" d="100"/>
          <a:sy n="55" d="100"/>
        </p:scale>
        <p:origin x="200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C52F2-3658-F74B-ADEA-0D3AAF6A611F}" type="datetimeFigureOut">
              <a:rPr lang="en-US" smtClean="0"/>
              <a:t>12/16/21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27F96F-77CE-CF45-8C0D-F770DCE4E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994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CANVAS page you find details about the expected outcomes for this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27F96F-77CE-CF45-8C0D-F770DCE4EB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47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Database applications should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Support multiple users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Be of reasonable complexity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Contain non-trivial information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Support a range of queries and transactions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EXAMPLES: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Algorithmic projects. Talk to colleagues. Explore ideas.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User interfaces: web-interface, mobile interface (Apple, Android, others), text based one (if computation is more important than displaying information)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AI. Typically the aim of the project will be to create a computer system capable of undertaking an intelligent search for the solution of a given computational problem. You will need to structure the knowledge specific to the given problem, and implement the research solution finding strategies.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dirty="0"/>
              <a:t>EXAMPLES:  timetabling, resource allocation systems, games with artificial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27F96F-77CE-CF45-8C0D-F770DCE4EB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88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DISCLAIMER: all this displayed as it is to give you an idea of the topic distribution, some projects where better than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27F96F-77CE-CF45-8C0D-F770DCE4EB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81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inventive. This is not a module that is easy to fail. Keep busy and get on with your work, and you can’t fail. HENCE: focus on maximizing the benefit of the whole experience.</a:t>
            </a:r>
          </a:p>
          <a:p>
            <a:r>
              <a:rPr lang="en-US" dirty="0"/>
              <a:t>Be inventive. It’s a big thing. You will typically have at your disposal 600-700 hours of work (as you know a typical 15 credit module is expected to be completed in 150 hours)</a:t>
            </a:r>
          </a:p>
          <a:p>
            <a:r>
              <a:rPr lang="en-US" dirty="0"/>
              <a:t>Quality not quantity. Some DB applications can be quite extensive, but not very challenging (just lots and lots of SQL queries).</a:t>
            </a:r>
          </a:p>
          <a:p>
            <a:r>
              <a:rPr lang="en-US" dirty="0"/>
              <a:t>Ask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27F96F-77CE-CF45-8C0D-F770DCE4EB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78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E5676-59D5-084B-8879-68D7B0378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479BF-8050-D944-8643-035D912F8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ACC0A-D45E-AB40-BEC5-51081302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B0B7-00E5-4841-82CD-4667B411BBBF}" type="datetimeFigureOut">
              <a:rPr lang="en-US" smtClean="0"/>
              <a:t>12/16/21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0BE93-EE22-0A45-AE9A-4161F15F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099BE-AAAD-D242-9F80-E8BB94217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2BA-BC2E-9946-9DA1-5BCD48E7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80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6A48-750A-5447-ABA5-5631666B1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185DF-F54A-5B4A-97DF-2551E0E1C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5945-D72C-5644-B939-23AEDC2C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B0B7-00E5-4841-82CD-4667B411BBBF}" type="datetimeFigureOut">
              <a:rPr lang="en-US" smtClean="0"/>
              <a:t>12/16/21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AE440-57C5-1348-A73E-6807557B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93E4E-6CB1-B949-A281-9953BBD2A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2BA-BC2E-9946-9DA1-5BCD48E7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146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9CC7-0B40-8C43-A0F9-C42B1CDCB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CDBC2-F372-EC43-B66A-12012C750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9BAE8-FEE1-2C40-B39F-882A4CD74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B0B7-00E5-4841-82CD-4667B411BBBF}" type="datetimeFigureOut">
              <a:rPr lang="en-US" smtClean="0"/>
              <a:t>12/16/21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B2193-33ED-3242-A190-10699253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07A4A-965E-544E-84A9-2FF3FB491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2BA-BC2E-9946-9DA1-5BCD48E7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9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6ED7C-B5B5-E242-B672-97E096AA5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B9018-C9ED-304B-AE93-2E26BB22BC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06DD4-FC20-474A-B22C-A6359DFFC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0B20C-4047-0F43-8BF4-817C4724E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B0B7-00E5-4841-82CD-4667B411BBBF}" type="datetimeFigureOut">
              <a:rPr lang="en-US" smtClean="0"/>
              <a:t>12/16/21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58936-736F-C141-87EB-D62A062F6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1E350-E047-E84C-AC82-A7E35484E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2BA-BC2E-9946-9DA1-5BCD48E7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871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3B698-25CC-AA40-870E-508774C4A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9AACC0-B60C-6646-9410-3188E89B0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3F845-6664-A84E-9001-0A2557C62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5B810-2955-7742-8478-2C8BAB1675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638B63-AB16-B348-8C75-92F5FA521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13C408-5094-6C4C-9FB6-AA0F4665D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B0B7-00E5-4841-82CD-4667B411BBBF}" type="datetimeFigureOut">
              <a:rPr lang="en-US" smtClean="0"/>
              <a:t>12/16/21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F5FFA5-B3CD-BB42-81E3-974CDF2B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F488C2-776C-4B4E-AF3A-53A476DBE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2BA-BC2E-9946-9DA1-5BCD48E7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87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485FF-EC56-1F49-AF03-7663E433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ACAC4D-E076-DE4D-A070-FD1EBEE7B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B0B7-00E5-4841-82CD-4667B411BBBF}" type="datetimeFigureOut">
              <a:rPr lang="en-US" smtClean="0"/>
              <a:t>12/16/21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A873-E596-194D-A747-B4D8919A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0F5D0-F9A2-D741-AA11-0A8F9E51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2BA-BC2E-9946-9DA1-5BCD48E7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53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32EF9-AF51-F44B-9607-7ED5E380E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B0B7-00E5-4841-82CD-4667B411BBBF}" type="datetimeFigureOut">
              <a:rPr lang="en-US" smtClean="0"/>
              <a:t>12/16/21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21B4F5-A991-3945-AAA1-08D43CE80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EE666-D40D-9242-86FB-549639D6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2BA-BC2E-9946-9DA1-5BCD48E7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5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3104-3E4C-404F-9B4F-3936EFDC6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E38CA-AE9D-504E-84B1-4DABB747A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2329D-D9A2-7A40-8C7F-6690F25BD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CB235-35A2-0047-905E-DD3DA7E76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B0B7-00E5-4841-82CD-4667B411BBBF}" type="datetimeFigureOut">
              <a:rPr lang="en-US" smtClean="0"/>
              <a:t>12/16/21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B3E85-B193-9048-BA54-BF3F0E63E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1084C1-D108-0E48-95D4-CA2D46A3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2BA-BC2E-9946-9DA1-5BCD48E7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32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E65D3-238B-6A49-8F95-89DD00534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EFDC8F-4750-0548-8604-BB69925791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F6E41-86EC-FF43-99D0-951833E4F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FF7372-2992-C64E-8A56-F3BBC55A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B0B7-00E5-4841-82CD-4667B411BBBF}" type="datetimeFigureOut">
              <a:rPr lang="en-US" smtClean="0"/>
              <a:t>12/16/21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CCDC0-1AAE-9E4A-9B41-A5F20CA65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803C2-FF94-524C-8523-757AF2DC0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2BA-BC2E-9946-9DA1-5BCD48E7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62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68B45-C3E4-E240-8555-BC74F818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548D08-EB14-2B49-BF38-95472CB44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7EC5E-1342-754A-9978-491D20200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B0B7-00E5-4841-82CD-4667B411BBBF}" type="datetimeFigureOut">
              <a:rPr lang="en-US" smtClean="0"/>
              <a:t>12/16/21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D43C4-02F7-6A4E-897A-BBCBBBA6B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FF37D-F858-3E42-9597-49E405C82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2BA-BC2E-9946-9DA1-5BCD48E7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5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CCBED5-3048-9349-9774-AC7434321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018DC-B0A1-C847-A6C7-6E215B9E75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C21F5-B395-F341-AFA0-8A408036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FB0B7-00E5-4841-82CD-4667B411BBBF}" type="datetimeFigureOut">
              <a:rPr lang="en-US" smtClean="0"/>
              <a:t>12/16/21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1A77C-9068-014E-A6D3-E42E8FA65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636A0-ED36-5448-B0B9-FDBDD9440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6E2BA-BC2E-9946-9DA1-5BCD48E7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3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0D28D-CA91-3145-9F9A-A730CB4EB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183C6-7EAC-E749-AEDB-5799B71C4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57BBD-5196-5245-B249-D200F8644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FB0B7-00E5-4841-82CD-4667B411BBBF}" type="datetimeFigureOut">
              <a:rPr lang="en-US" smtClean="0"/>
              <a:t>12/16/21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4DCA4-747C-5F45-82AB-28E90D7C3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F768D-3382-B643-A880-749E21127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6E2BA-BC2E-9946-9DA1-5BCD48E78D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59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c.liv.ac.uk/%20&#771;comp208/projects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A4BA-4E2A-7F4B-8518-914AFEA4CB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COMP208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5D4398-5F46-E54A-BF23-3128CDCA73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4" name="Picture 4" descr="images-ref">
            <a:extLst>
              <a:ext uri="{FF2B5EF4-FFF2-40B4-BE49-F238E27FC236}">
                <a16:creationId xmlns:a16="http://schemas.microsoft.com/office/drawing/2014/main" id="{D4D3EEFE-64F5-8B4A-9F5F-8596F882F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106" y="400844"/>
            <a:ext cx="33797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90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AB3F-8DDA-9D4B-9BDA-D99E5C9DC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from the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08AC0-DC72-874A-81FD-E99012409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Michele Zito</a:t>
            </a:r>
          </a:p>
          <a:p>
            <a:pPr lvl="1"/>
            <a:r>
              <a:rPr lang="en-US" dirty="0"/>
              <a:t>Module co-Ordinator</a:t>
            </a:r>
          </a:p>
          <a:p>
            <a:pPr lvl="1"/>
            <a:r>
              <a:rPr lang="en-US" dirty="0"/>
              <a:t>Project monitor, project reviewers</a:t>
            </a:r>
          </a:p>
          <a:p>
            <a:r>
              <a:rPr lang="en-US" dirty="0"/>
              <a:t>Ramya </a:t>
            </a:r>
            <a:r>
              <a:rPr lang="en-US" dirty="0" err="1"/>
              <a:t>Chavali</a:t>
            </a:r>
            <a:r>
              <a:rPr lang="en-US" dirty="0"/>
              <a:t>, Sebastian </a:t>
            </a:r>
            <a:r>
              <a:rPr lang="en-US" dirty="0" err="1"/>
              <a:t>Coope</a:t>
            </a:r>
            <a:r>
              <a:rPr lang="en-US" dirty="0"/>
              <a:t>, Keith </a:t>
            </a:r>
            <a:r>
              <a:rPr lang="en-US" dirty="0" err="1"/>
              <a:t>Dures</a:t>
            </a:r>
            <a:r>
              <a:rPr lang="en-US" dirty="0"/>
              <a:t>, </a:t>
            </a:r>
            <a:r>
              <a:rPr lang="en-US" dirty="0" err="1"/>
              <a:t>Floriana</a:t>
            </a:r>
            <a:r>
              <a:rPr lang="en-US" dirty="0"/>
              <a:t> Grasso, Phil </a:t>
            </a:r>
            <a:r>
              <a:rPr lang="en-US" dirty="0" err="1"/>
              <a:t>Jimmieson</a:t>
            </a:r>
            <a:r>
              <a:rPr lang="en-US" dirty="0"/>
              <a:t>, Rida </a:t>
            </a:r>
            <a:r>
              <a:rPr lang="en-US" dirty="0" err="1"/>
              <a:t>Laraki</a:t>
            </a:r>
            <a:r>
              <a:rPr lang="en-US" dirty="0"/>
              <a:t>, </a:t>
            </a:r>
            <a:r>
              <a:rPr lang="en-US" dirty="0" err="1"/>
              <a:t>Fawada</a:t>
            </a:r>
            <a:r>
              <a:rPr lang="en-US" dirty="0"/>
              <a:t> </a:t>
            </a:r>
            <a:r>
              <a:rPr lang="en-US" dirty="0" err="1"/>
              <a:t>Qaiser</a:t>
            </a:r>
            <a:endParaRPr lang="en-US" dirty="0"/>
          </a:p>
          <a:p>
            <a:pPr lvl="1"/>
            <a:r>
              <a:rPr lang="en-US" dirty="0"/>
              <a:t>Project monitor, project reviewers</a:t>
            </a:r>
          </a:p>
          <a:p>
            <a:r>
              <a:rPr lang="en-US" dirty="0"/>
              <a:t>The whole Department</a:t>
            </a:r>
          </a:p>
          <a:p>
            <a:pPr lvl="1"/>
            <a:r>
              <a:rPr lang="en-US" dirty="0"/>
              <a:t>Office</a:t>
            </a:r>
          </a:p>
          <a:p>
            <a:pPr lvl="1"/>
            <a:r>
              <a:rPr lang="en-US" dirty="0"/>
              <a:t>Computer Science Helpdesk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675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5C455-CA54-614D-9CD3-BDADB036C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7286D-D10D-334C-9FFB-D494F8215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main objective of this module is to give all students an opportunity to </a:t>
            </a:r>
            <a:r>
              <a:rPr lang="en-GB" b="1" i="1" u="sng" dirty="0"/>
              <a:t>work in small groups</a:t>
            </a:r>
            <a:r>
              <a:rPr lang="en-GB" dirty="0"/>
              <a:t> to </a:t>
            </a:r>
            <a:r>
              <a:rPr lang="en-GB" b="1" i="1" u="sng" dirty="0"/>
              <a:t>produce a reasonably sized software system</a:t>
            </a:r>
            <a:r>
              <a:rPr lang="en-GB" dirty="0"/>
              <a:t>. </a:t>
            </a:r>
          </a:p>
          <a:p>
            <a:r>
              <a:rPr lang="en-GB" dirty="0"/>
              <a:t>Both of these aspects are important: </a:t>
            </a:r>
          </a:p>
          <a:p>
            <a:pPr lvl="1"/>
            <a:r>
              <a:rPr lang="en-GB" dirty="0"/>
              <a:t>Building a large piece of software presents different challenges from typical coursework exercises</a:t>
            </a:r>
          </a:p>
          <a:p>
            <a:pPr lvl="1"/>
            <a:r>
              <a:rPr lang="en-GB" dirty="0"/>
              <a:t>Almost all work in the real world is done by teams.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804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1767-833E-7543-B56B-7D5D27302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1ACFC-D5ED-934C-8A31-AD2E06D2B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gives an opportunity to show initiative, and to take control of your learning</a:t>
            </a:r>
          </a:p>
          <a:p>
            <a:r>
              <a:rPr lang="en-US" dirty="0"/>
              <a:t>Each team will be responsible of </a:t>
            </a:r>
          </a:p>
          <a:p>
            <a:pPr lvl="1"/>
            <a:r>
              <a:rPr lang="en-US" dirty="0"/>
              <a:t>Choosing an application area</a:t>
            </a:r>
          </a:p>
          <a:p>
            <a:pPr lvl="1"/>
            <a:r>
              <a:rPr lang="en-US" dirty="0"/>
              <a:t>Filling in any gap in background knowledge</a:t>
            </a:r>
          </a:p>
          <a:p>
            <a:pPr lvl="1"/>
            <a:r>
              <a:rPr lang="en-US" dirty="0"/>
              <a:t>Planning the work</a:t>
            </a:r>
          </a:p>
          <a:p>
            <a:pPr lvl="1"/>
            <a:r>
              <a:rPr lang="en-US" dirty="0"/>
              <a:t>Moving forward, and eventually</a:t>
            </a:r>
          </a:p>
          <a:p>
            <a:pPr lvl="1"/>
            <a:r>
              <a:rPr lang="en-US" dirty="0"/>
              <a:t>Delivering a product within a prescribed time framework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OF COURSE SUPPORT WILL BE IN PLACE, TO HELP YOU WITH ALL THIS</a:t>
            </a:r>
          </a:p>
        </p:txBody>
      </p:sp>
    </p:spTree>
    <p:extLst>
      <p:ext uri="{BB962C8B-B14F-4D97-AF65-F5344CB8AC3E}">
        <p14:creationId xmlns:p14="http://schemas.microsoft.com/office/powerpoint/2010/main" val="2722016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4B32-3DEA-0948-8A85-F4CA75820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AE7CD-8E3C-F24D-9569-D5F1DDD0D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Database application, in an area of your choice.</a:t>
            </a:r>
          </a:p>
          <a:p>
            <a:r>
              <a:rPr lang="en-US" dirty="0"/>
              <a:t>A problem solving application</a:t>
            </a:r>
          </a:p>
          <a:p>
            <a:r>
              <a:rPr lang="en-US" dirty="0"/>
              <a:t>Many possible UI/UX allowed</a:t>
            </a:r>
          </a:p>
          <a:p>
            <a:r>
              <a:rPr lang="en-US" dirty="0"/>
              <a:t>A Business support system</a:t>
            </a:r>
          </a:p>
          <a:p>
            <a:r>
              <a:rPr lang="en-US" dirty="0"/>
              <a:t>AI project</a:t>
            </a:r>
          </a:p>
        </p:txBody>
      </p:sp>
    </p:spTree>
    <p:extLst>
      <p:ext uri="{BB962C8B-B14F-4D97-AF65-F5344CB8AC3E}">
        <p14:creationId xmlns:p14="http://schemas.microsoft.com/office/powerpoint/2010/main" val="1338594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92487-F4CF-B247-8133-51E1B238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Projects from Last Year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3754C0-C220-EE4E-957A-741E4CD3E6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7680927"/>
              </p:ext>
            </p:extLst>
          </p:nvPr>
        </p:nvGraphicFramePr>
        <p:xfrm>
          <a:off x="548640" y="1825623"/>
          <a:ext cx="11015004" cy="4831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7917">
                  <a:extLst>
                    <a:ext uri="{9D8B030D-6E8A-4147-A177-3AD203B41FA5}">
                      <a16:colId xmlns:a16="http://schemas.microsoft.com/office/drawing/2014/main" val="1114641796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3834303190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4045074374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1122598855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1493494397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3976957521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1722490962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1457910327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3193281279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4109183773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3161187898"/>
                    </a:ext>
                  </a:extLst>
                </a:gridCol>
                <a:gridCol w="917917">
                  <a:extLst>
                    <a:ext uri="{9D8B030D-6E8A-4147-A177-3AD203B41FA5}">
                      <a16:colId xmlns:a16="http://schemas.microsoft.com/office/drawing/2014/main" val="1886519771"/>
                    </a:ext>
                  </a:extLst>
                </a:gridCol>
              </a:tblGrid>
              <a:tr h="9334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University Social Network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University Social Network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Crypto Telegram Bot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Note + coding Sharing System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Event Discovery Platform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Travel Social Network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Minecraft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Flight with luggage recommendation system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Neural Network Visualization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Git-hub like website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weather-broadcast app,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Roommate Recruitment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2841148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Investment Support System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House Helpers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Social Network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Dungeon Master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Student Oncology Interactive Revision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E-commerce Support Platform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Music Social Platform (a la Tik-Tok)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Driving school system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Marketplace for Students in Liverpool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Local E-Commerce Website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Movie Social Platform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Marketplace System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23653213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Road Trip Planner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Food Tracker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file-sharing system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Movie Social Platform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University Bulletin Board System Website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Mersey Trains Live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on-line AI manipulating system 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Fitness App 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Modelling carbon-footprint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Trains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Game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1040053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Stock Price Prediction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Money Manager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Dental Appointment System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Text summarization + On-line Doc Library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Food Tracker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Game System (Checkers, chess, Tic Tac Toe, Hangman, Blackjack)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University Social Network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Movie Social Platform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Music (listening+composing)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covid-19 scenario simulation website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effectLst/>
                        </a:rPr>
                        <a:t>Cinema Manage System</a:t>
                      </a:r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739381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Plants DB</a:t>
                      </a:r>
                      <a:endParaRPr lang="en-GB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Recipe System</a:t>
                      </a:r>
                      <a:endParaRPr lang="en-GB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Game System</a:t>
                      </a:r>
                      <a:endParaRPr lang="en-GB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Hotel Booking System</a:t>
                      </a:r>
                      <a:endParaRPr lang="en-GB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Online Exam System </a:t>
                      </a:r>
                      <a:endParaRPr lang="en-GB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Marketplace for Students in Liverpool</a:t>
                      </a:r>
                      <a:endParaRPr lang="en-GB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Second-hand Goods Information Sharing System</a:t>
                      </a:r>
                      <a:endParaRPr lang="en-GB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Finance support system</a:t>
                      </a:r>
                      <a:endParaRPr lang="en-GB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Social Network</a:t>
                      </a:r>
                      <a:endParaRPr lang="en-GB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Game System</a:t>
                      </a:r>
                      <a:endParaRPr lang="en-GB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 dirty="0">
                          <a:effectLst/>
                        </a:rPr>
                        <a:t>School support website</a:t>
                      </a:r>
                      <a:endParaRPr lang="en-GB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09289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715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5E80F-6BC1-4041-9FE5-4A040D8FE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Good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15124-BD47-E24D-BF1C-B43647E29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Be inventive, stretch yourself, </a:t>
            </a:r>
            <a:r>
              <a:rPr lang="en-GB" dirty="0"/>
              <a:t>apply knowledge from the taught modules, or demonstrate technical excellence. </a:t>
            </a:r>
          </a:p>
          <a:p>
            <a:r>
              <a:rPr lang="en-GB" dirty="0"/>
              <a:t>For Mobile Apps: Include a backend to demonstrate networking and API design. Use a novel feature of the mobile OS (such as </a:t>
            </a:r>
            <a:r>
              <a:rPr lang="en-GB" dirty="0" err="1"/>
              <a:t>ARKit</a:t>
            </a:r>
            <a:r>
              <a:rPr lang="en-GB" dirty="0"/>
              <a:t>) to demonstrate new technical skills.</a:t>
            </a:r>
          </a:p>
          <a:p>
            <a:r>
              <a:rPr lang="en-GB" dirty="0"/>
              <a:t>For Games: Focus on the physics of the game world to demonstrate technical and mathematical competence. Implement a multiplayer mode to demonstrate networking and server development. Create an AI opponent that learns how to play the game to show application of machine learning.</a:t>
            </a:r>
          </a:p>
          <a:p>
            <a:r>
              <a:rPr lang="en-GB" dirty="0"/>
              <a:t>Websites: Implement a backend to show knowledge of best practice in online security. Design a robust and </a:t>
            </a:r>
            <a:r>
              <a:rPr lang="en-GB" dirty="0" err="1"/>
              <a:t>scaleable</a:t>
            </a:r>
            <a:r>
              <a:rPr lang="en-GB" dirty="0"/>
              <a:t> underlying database. Employ and evaluate contemporary web technologies to show technical competence.</a:t>
            </a:r>
          </a:p>
          <a:p>
            <a:r>
              <a:rPr lang="en-GB" dirty="0"/>
              <a:t>As we are a department with research excellence in algorithms and AI, you can enhance your project by adding one of these elements. Talk to potential supervisors and see what emerges from your discussion.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484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96530-39E6-AB41-A9AC-17F0B6DF9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3E09F-A53C-FC46-A041-ECDFFFA15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inventive</a:t>
            </a:r>
          </a:p>
          <a:p>
            <a:r>
              <a:rPr lang="en-US" dirty="0"/>
              <a:t>It’s a big enterprise (600-700 hours of work)</a:t>
            </a:r>
          </a:p>
          <a:p>
            <a:r>
              <a:rPr lang="en-US" b="1" i="1" dirty="0"/>
              <a:t>More</a:t>
            </a:r>
            <a:r>
              <a:rPr lang="en-US" dirty="0"/>
              <a:t> does not always mean </a:t>
            </a:r>
            <a:r>
              <a:rPr lang="en-US" b="1" i="1" dirty="0"/>
              <a:t>Better</a:t>
            </a:r>
          </a:p>
          <a:p>
            <a:r>
              <a:rPr lang="en-US" dirty="0"/>
              <a:t>Do not choose typical textbook examples</a:t>
            </a:r>
          </a:p>
          <a:p>
            <a:r>
              <a:rPr lang="en-US" dirty="0"/>
              <a:t>Various project ideas can be found </a:t>
            </a:r>
            <a:r>
              <a:rPr lang="en-US" dirty="0">
                <a:hlinkClick r:id="rId3"/>
              </a:rPr>
              <a:t>here</a:t>
            </a:r>
            <a:endParaRPr lang="en-US" dirty="0"/>
          </a:p>
          <a:p>
            <a:r>
              <a:rPr lang="en-US" dirty="0"/>
              <a:t>Ask around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57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872</Words>
  <Application>Microsoft Macintosh PowerPoint</Application>
  <PresentationFormat>Widescreen</PresentationFormat>
  <Paragraphs>123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COMP208</vt:lpstr>
      <vt:lpstr>Welcome from the Team</vt:lpstr>
      <vt:lpstr>Aims</vt:lpstr>
      <vt:lpstr>The Project</vt:lpstr>
      <vt:lpstr>The Project</vt:lpstr>
      <vt:lpstr>Projects from Last Year</vt:lpstr>
      <vt:lpstr>What Makes a Good Project</vt:lpstr>
      <vt:lpstr>Further 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COMP208</dc:title>
  <dc:creator>Zito, Michele</dc:creator>
  <cp:lastModifiedBy>Zito, Michele</cp:lastModifiedBy>
  <cp:revision>14</cp:revision>
  <dcterms:created xsi:type="dcterms:W3CDTF">2021-12-09T07:53:56Z</dcterms:created>
  <dcterms:modified xsi:type="dcterms:W3CDTF">2021-12-16T08:55:15Z</dcterms:modified>
</cp:coreProperties>
</file>